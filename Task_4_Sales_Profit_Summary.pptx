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279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934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455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989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708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273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589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93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68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92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259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194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545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414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81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2094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9372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848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819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562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0076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8446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7035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0241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25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02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A994-FAA9-3364-EEB1-1C138405D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E8835-55DD-86B1-3D12-654B12F85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11B51-8B01-C5F1-548F-1043CE2E8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A6C2A-8C69-E1AC-9552-9E8E3B1DC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C0DF5-833E-9E5B-1D30-BD831389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3662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58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C15B7C62-B0BC-4803-AEA8-ECD63A03EA1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ADD7D29B-95BA-4663-BDDD-890D743F54E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7370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  <p:sldLayoutId id="2147483860" r:id="rId12"/>
    <p:sldLayoutId id="2147483861" r:id="rId13"/>
    <p:sldLayoutId id="2147483862" r:id="rId14"/>
    <p:sldLayoutId id="2147483863" r:id="rId15"/>
    <p:sldLayoutId id="2147483864" r:id="rId16"/>
    <p:sldLayoutId id="2147483865" r:id="rId17"/>
    <p:sldLayoutId id="2147483866" r:id="rId18"/>
    <p:sldLayoutId id="2147483867" r:id="rId19"/>
    <p:sldLayoutId id="2147483868" r:id="rId20"/>
    <p:sldLayoutId id="2147483869" r:id="rId21"/>
    <p:sldLayoutId id="2147483870" r:id="rId22"/>
    <p:sldLayoutId id="2147483871" r:id="rId23"/>
    <p:sldLayoutId id="2147483872" r:id="rId24"/>
    <p:sldLayoutId id="2147483873" r:id="rId25"/>
    <p:sldLayoutId id="2147483874" r:id="rId26"/>
    <p:sldLayoutId id="2147483875" r:id="rId27"/>
    <p:sldLayoutId id="2147483876" r:id="rId28"/>
    <p:sldLayoutId id="2147483877" r:id="rId29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BFA3-A831-17F0-C535-996A67E08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2891"/>
            <a:ext cx="9144000" cy="225307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2">
                    <a:lumMod val="90000"/>
                  </a:schemeClr>
                </a:solidFill>
              </a:rPr>
              <a:t>Sales &amp; Profit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8647F-2453-F484-C5BC-19D3F208FC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Data Analyst Internship – Task 4</a:t>
            </a:r>
          </a:p>
        </p:txBody>
      </p:sp>
    </p:spTree>
    <p:extLst>
      <p:ext uri="{BB962C8B-B14F-4D97-AF65-F5344CB8AC3E}">
        <p14:creationId xmlns:p14="http://schemas.microsoft.com/office/powerpoint/2010/main" val="188459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D05D28-5F46-1E91-1B35-DFFD727E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Dashboard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2791BB-79E0-6BA0-C3E4-1C297D13EA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This dashboard provides an interactive overview of sales performance and profitability. It includes key performance indicators, sales trends, category-wise analysis, and interactive filtering.</a:t>
            </a:r>
          </a:p>
        </p:txBody>
      </p:sp>
    </p:spTree>
    <p:extLst>
      <p:ext uri="{BB962C8B-B14F-4D97-AF65-F5344CB8AC3E}">
        <p14:creationId xmlns:p14="http://schemas.microsoft.com/office/powerpoint/2010/main" val="2357203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C7B2-CF3D-FB6E-63E9-829F69A30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32B10-D3F2-6ABD-4A60-6B1E26CD0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b="1" dirty="0"/>
              <a:t>Total Sales:</a:t>
            </a:r>
            <a:r>
              <a:rPr lang="en-IN" sz="2000" dirty="0"/>
              <a:t> 6M </a:t>
            </a:r>
          </a:p>
          <a:p>
            <a:pPr lvl="0"/>
            <a:r>
              <a:rPr lang="en-IN" sz="2000" b="1" dirty="0"/>
              <a:t>Total Profit:</a:t>
            </a:r>
            <a:r>
              <a:rPr lang="en-IN" sz="2000" dirty="0"/>
              <a:t> 2M </a:t>
            </a:r>
          </a:p>
          <a:p>
            <a:pPr lvl="0"/>
            <a:r>
              <a:rPr lang="en-IN" sz="2000" b="1" dirty="0"/>
              <a:t>Sales Growth:</a:t>
            </a:r>
            <a:r>
              <a:rPr lang="en-IN" sz="2000" dirty="0"/>
              <a:t> 23.51%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These KPIs provide a quick summary of overall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78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B392-3839-68F2-948C-23C2E0228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2A17-32B1-F1D4-045C-D57243D4D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000" dirty="0"/>
              <a:t>Sales performance can be monitored over time using the sales trend chart. </a:t>
            </a:r>
          </a:p>
          <a:p>
            <a:pPr lvl="0"/>
            <a:r>
              <a:rPr lang="en-IN" sz="2000" dirty="0"/>
              <a:t>Category-wise sales comparison helps identify stronger-performing categories. </a:t>
            </a:r>
          </a:p>
          <a:p>
            <a:pPr lvl="0"/>
            <a:r>
              <a:rPr lang="en-IN" sz="2000" dirty="0"/>
              <a:t>Category-wise profit comparison shows profitability across different categories. </a:t>
            </a:r>
          </a:p>
          <a:p>
            <a:pPr lvl="0"/>
            <a:r>
              <a:rPr lang="en-IN" sz="2000" dirty="0"/>
              <a:t>The Year-Month slicer allows users to interactively filter the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164914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12</TotalTime>
  <Words>111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Haettenschweiler</vt:lpstr>
      <vt:lpstr>Trade Gothic Next Light</vt:lpstr>
      <vt:lpstr>Editorial</vt:lpstr>
      <vt:lpstr>Sales &amp; Profit Analysis Dashboard</vt:lpstr>
      <vt:lpstr>Dashboard Overview</vt:lpstr>
      <vt:lpstr>Key Performance Indicators</vt:lpstr>
      <vt:lpstr>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dhruv123749@gmail.com</dc:creator>
  <cp:lastModifiedBy>dhruv123749@gmail.com</cp:lastModifiedBy>
  <cp:revision>1</cp:revision>
  <dcterms:created xsi:type="dcterms:W3CDTF">2026-09-03T13:18:22Z</dcterms:created>
  <dcterms:modified xsi:type="dcterms:W3CDTF">2026-09-03T13:30:25Z</dcterms:modified>
</cp:coreProperties>
</file>